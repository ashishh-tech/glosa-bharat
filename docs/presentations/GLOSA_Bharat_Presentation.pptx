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GLOSA-BHARAT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Traffic Flow Optimization for Indian Smart Cities</a:t>
            </a:r>
          </a:p>
          <a:p>
            <a:r>
              <a:t>AI for Atmanirbhar Bharat Initiative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Urban Gridlock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Traffic congestion costs Indian urban centers billions in productivity.</a:t>
            </a:r>
          </a:p>
          <a:p>
            <a:r>
              <a:t>• Vehicular idling at red lights is a primary source of urban CO2 emissions.</a:t>
            </a:r>
          </a:p>
          <a:p>
            <a:r>
              <a:t>• High fuel imports exacerbated by inefficient 'stop-and-go' traffic.</a:t>
            </a:r>
          </a:p>
          <a:p>
            <a:r>
              <a:t>• Conventional traffic lights don't adapt to real-time vehicle density.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GLOSA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is GLOSA? Green Light Optimal Speed Advisory.</a:t>
            </a:r>
          </a:p>
          <a:p>
            <a:r>
              <a:t>• Core Concept: AI calculates 'ideal speed' for drivers.</a:t>
            </a:r>
          </a:p>
          <a:p>
            <a:r>
              <a:t>• Objective: Arrive at intersections exactly when the light turns green.</a:t>
            </a:r>
          </a:p>
          <a:p>
            <a:r>
              <a:t>• Goal: Achieve a 'Green Wave' across city corridors.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Perception Layer: YOLO/OpenCV analysis of live camera feeds.</a:t>
            </a:r>
          </a:p>
          <a:p>
            <a:r>
              <a:t>• Brain (Backend): Node.js server calculating optimal speeds.</a:t>
            </a:r>
          </a:p>
          <a:p>
            <a:r>
              <a:t>• Interface: Real-time React dashboard and Driver Advisory Feed.</a:t>
            </a:r>
          </a:p>
          <a:p>
            <a:r>
              <a:t>• Protocol: V2I synchronization for sub-second latency.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AI/ML: Python, YOLO, OpenCV.</a:t>
            </a:r>
          </a:p>
          <a:p>
            <a:r>
              <a:t>• Backend: Node.js, Express.js.</a:t>
            </a:r>
          </a:p>
          <a:p>
            <a:r>
              <a:t>• Frontend: React.js, Tailwind CSS, Framer Motion.</a:t>
            </a:r>
          </a:p>
          <a:p>
            <a:r>
              <a:t>• Maps: React-Leaflet, OpenStreetMap API.</a:t>
            </a:r>
          </a:p>
          <a:p>
            <a:r>
              <a:t>• Design: Premium 'Control Room' Dark Mode aesthetic.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for Indian Roads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Indigenous Resilience: Handles mixed traffic (Autos, Bikes).</a:t>
            </a:r>
          </a:p>
          <a:p>
            <a:r>
              <a:t>• Scalability: Low-cost edge computing for Tier-2/3 cities.</a:t>
            </a:r>
          </a:p>
          <a:p>
            <a:r>
              <a:t>• Atmanirbhar Vision: 100% indigenous software stack.</a:t>
            </a:r>
          </a:p>
          <a:p>
            <a:r>
              <a:t>• Reduced dependence on expensive foreign proprietary software.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Visualization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Live Dashboard: Real-time geospatial tracking.</a:t>
            </a:r>
          </a:p>
          <a:p>
            <a:r>
              <a:t>• Advisory Accuracy: 95%+ precision in signal timing predictions.</a:t>
            </a:r>
          </a:p>
          <a:p>
            <a:r>
              <a:t>• User Experience: Intuitive 'Driver Feed' with speed recommendations.</a:t>
            </a:r>
          </a:p>
          <a:p>
            <a:r>
              <a:t>• Dynamic Themes: Dark/Light mode for operational flexibility.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Inclusion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Broad Utility: Zomato/Blinkit fleets, Buses, Ambulances.</a:t>
            </a:r>
          </a:p>
          <a:p>
            <a:r>
              <a:t>• Integration: Works with existing city CCTV infrastructure.</a:t>
            </a:r>
          </a:p>
          <a:p>
            <a:r>
              <a:t>• Smart City Grid: Ready for national-level cloud synchronization.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Measurable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Fuel Efficiency: Projected 15-18% reduction in consumption.</a:t>
            </a:r>
          </a:p>
          <a:p>
            <a:r>
              <a:t>• Sustainability: Massive reduction in carbon footprint.</a:t>
            </a:r>
          </a:p>
          <a:p>
            <a:r>
              <a:t>• Traffic Flow: Improved average speeds without increasing peaks.</a:t>
            </a:r>
          </a:p>
          <a:p>
            <a:r>
              <a:t>• Economic: Billions saved in logistics and time productivity.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Blueprint for the future of Indian Mobility.</a:t>
            </a:r>
          </a:p>
          <a:p>
            <a:r>
              <a:t>• AI in Real-World Applications: From Idea to Implementation.</a:t>
            </a:r>
          </a:p>
          <a:p>
            <a:r>
              <a:t>• Vision: Smarter, Faster, and Self-Reliant Indian Cities.</a:t>
            </a:r>
          </a:p>
          <a:p>
            <a:r>
              <a:t>• Thank You! |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