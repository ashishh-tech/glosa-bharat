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0" b="1">
                <a:solidFill>
                  <a:srgbClr val="F8FAFC"/>
                </a:solidFill>
              </a:rPr>
              <a:t>GLOSA-BHARAT</a:t>
            </a:r>
          </a:p>
          <a:p>
            <a:r>
              <a:rPr sz="3200">
                <a:solidFill>
                  <a:srgbClr val="3B82F6"/>
                </a:solidFill>
              </a:rPr>
              <a:t>Solving Urban Friction with Indigenous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THE CHALLENGE: URBAN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B82F6"/>
                </a:solidFill>
              </a:rPr>
              <a:t>The Trillion Rupee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Congestion costs India ₹2.4 Lakh Crore / Year.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Massive fuel wastage due to 'Stop-and-Go' behavior.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Signals are 'Timed-Blind' to real-time traffic flow.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High localized emissions at signal hotspots.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B82F6"/>
                </a:solidFill>
              </a:rPr>
              <a:t>The Engineering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PERCEPTION: Edge AI (YOLOv8) for real-time ID.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ORCHESTRATION: High-concurrency Node.js Engine.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ADVISORY: Mathematical GLOSA Optimization.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INTERFACE: React Digital Twin Map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WHY WE WIN (INNOVATION)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B82F6"/>
                </a:solidFill>
              </a:rPr>
              <a:t>The Sovereign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INDIGENOUS: Trained for Autos, Bikes &amp; Mixed traffic.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ACCESSIBLE: Uses existing infra (No LIDAR needed).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REAL-TIME: WebSockets ensure &lt;100ms latency.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SCALABLE: Built on modular Microservices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8FAFC"/>
                </a:solidFill>
              </a:rPr>
              <a:t>THE 'AATMANIRBHAR'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B82F6"/>
                </a:solidFill>
              </a:rPr>
              <a:t>Self-Reliant Smart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Economic: 15-20% fuel savings for logistics fleets.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Strategic: 100% Homemade, Secure Traffic Stack.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Environmental: Drastic reduction in carbon footprint.</a:t>
            </a:r>
          </a:p>
          <a:p>
            <a:pPr>
              <a:spcAft>
                <a:spcPts val="2000"/>
              </a:spcAft>
            </a:pPr>
            <a:r>
              <a:rPr sz="2800">
                <a:solidFill>
                  <a:srgbClr val="F8FAFC"/>
                </a:solidFill>
              </a:rPr>
              <a:t>• Vision: Ready for Tier-2 &amp; Tier-3 Smart City rollout.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</a:rPr>
              <a:t>Intelligent Roads. Self-Reliant India.</a:t>
            </a:r>
          </a:p>
          <a:p>
            <a:pPr algn="ctr"/>
            <a:r>
              <a:rPr sz="2400">
                <a:solidFill>
                  <a:srgbClr val="10B981"/>
                </a:solidFill>
              </a:rPr>
              <a:t>GLOSA-BHARAT |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