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0F172A"/>
                </a:solidFill>
              </a:rPr>
              <a:t>GLOSA-BHARAT</a:t>
            </a:r>
          </a:p>
          <a:p>
            <a:r>
              <a:rPr sz="2400">
                <a:solidFill>
                  <a:srgbClr val="475569"/>
                </a:solidFill>
              </a:rPr>
              <a:t>Analyzing Smart Mobility for Atmanirbhar Bharat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The Congestion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</a:rPr>
              <a:t>Analyzing Economic and Environmental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[1] Source Intelligence: Urban gridlock costs India ₹2.4 Lakh Crore annually in lost productivity.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[2] Source Intelligence: Vehicle idling at junctions contributes to 25% of localized urban emissions.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[3] Source Intelligence: Conventional timed signals act as bottlenecks rather than flow-facilitators.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[4] Source Intelligence: Data suggests 18% of urban fuel is wasted in stop-and-go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Strategic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</a:rPr>
              <a:t>Synthesizing AI and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[1] Source Intelligence: GLOSA acts as a proactive speed advisory layer for connected vehicles.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[2] Source Intelligence: AI analyzes queue length and signal state to predict intersection availability.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[3] Source Intelligence: Drivers receive a calculated 'Perfect Speed' to minimize stopping.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[4] Source Intelligence: Increases road capacity without requiring new physical lanes.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Technical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</a:rPr>
              <a:t>System Architecture &amp; Data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[1] Source Intelligence: Computer Vision: YOLOv8 model trained on heterogeneous Indian traffic data.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[2] Source Intelligence: Orchestration: Node.js backend handles sub-second latency telemetry maps.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[3] Source Intelligence: Interaction: React-based dashboard visualizing real-time flow and analytics.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[4] Source Intelligence: Network: V2X (Vehicle-to-Everything) synchronization framework.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The 'Atmanirbhar'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75569"/>
                </a:solidFill>
              </a:rPr>
              <a:t>Evaluating Localized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[1] Source Intelligence: 100% Indigenous software stack tailored for Indian road behavior.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[2] Source Intelligence: Optimized for low-bandwidth environments through efficient JSON messaging.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[3] Source Intelligence: Compatible with existing Smart City CCTV and sensor infrastructure.</a:t>
            </a:r>
          </a:p>
          <a:p>
            <a:pPr>
              <a:spcAft>
                <a:spcPts val="2000"/>
              </a:spcAft>
            </a:pPr>
            <a:r>
              <a:rPr sz="2000">
                <a:solidFill>
                  <a:srgbClr val="0F172A"/>
                </a:solidFill>
                <a:latin typeface="Arial"/>
              </a:rPr>
              <a:t>[4] Source Intelligence: Reduces capital expenditure by over 40% compared to Western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2743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</a:rPr>
              <a:t>Intelligent Mobility synthesized for India.</a:t>
            </a:r>
          </a:p>
          <a:p>
            <a:pPr algn="ctr"/>
            <a:r>
              <a:rPr sz="1800">
                <a:solidFill>
                  <a:srgbClr val="0D9488"/>
                </a:solidFill>
              </a:rPr>
              <a:t>Q&amp;A | Research Summary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